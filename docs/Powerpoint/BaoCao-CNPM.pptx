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942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9AADC7-4186-4846-BCF9-CFD516B18B3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D63D03-B1A3-4747-A4B9-235AABC91A2A}">
      <dgm:prSet/>
      <dgm:spPr/>
      <dgm:t>
        <a:bodyPr/>
        <a:lstStyle/>
        <a:p>
          <a:r>
            <a:rPr lang="en-US"/>
            <a:t>- Quản trị viên: Quản lý tuyến, lịch trình, người dùng</a:t>
          </a:r>
        </a:p>
      </dgm:t>
    </dgm:pt>
    <dgm:pt modelId="{8E2567EE-EFEE-41F9-99A9-7E0C020CFD8F}" type="parTrans" cxnId="{6D964C6C-9774-475C-9D59-C60B610A456D}">
      <dgm:prSet/>
      <dgm:spPr/>
      <dgm:t>
        <a:bodyPr/>
        <a:lstStyle/>
        <a:p>
          <a:endParaRPr lang="en-US"/>
        </a:p>
      </dgm:t>
    </dgm:pt>
    <dgm:pt modelId="{0278B66E-17A7-4300-90CE-188536B0ECAB}" type="sibTrans" cxnId="{6D964C6C-9774-475C-9D59-C60B610A456D}">
      <dgm:prSet/>
      <dgm:spPr/>
      <dgm:t>
        <a:bodyPr/>
        <a:lstStyle/>
        <a:p>
          <a:endParaRPr lang="en-US"/>
        </a:p>
      </dgm:t>
    </dgm:pt>
    <dgm:pt modelId="{C581C573-D4D0-4F42-A6D0-D4465713AF41}">
      <dgm:prSet/>
      <dgm:spPr/>
      <dgm:t>
        <a:bodyPr/>
        <a:lstStyle/>
        <a:p>
          <a:r>
            <a:rPr lang="en-US"/>
            <a:t>- Khách hàng: Đặt vé, hủy vé, thanh toán</a:t>
          </a:r>
        </a:p>
      </dgm:t>
    </dgm:pt>
    <dgm:pt modelId="{11EDB164-3722-40BB-AA47-9BEDC7441CE2}" type="parTrans" cxnId="{B3C6E9F7-C6DE-4FD9-8205-5EA2175E4B32}">
      <dgm:prSet/>
      <dgm:spPr/>
      <dgm:t>
        <a:bodyPr/>
        <a:lstStyle/>
        <a:p>
          <a:endParaRPr lang="en-US"/>
        </a:p>
      </dgm:t>
    </dgm:pt>
    <dgm:pt modelId="{B2947FAC-E4A0-4B64-84B7-B0D1DB90DCFD}" type="sibTrans" cxnId="{B3C6E9F7-C6DE-4FD9-8205-5EA2175E4B32}">
      <dgm:prSet/>
      <dgm:spPr/>
      <dgm:t>
        <a:bodyPr/>
        <a:lstStyle/>
        <a:p>
          <a:endParaRPr lang="en-US"/>
        </a:p>
      </dgm:t>
    </dgm:pt>
    <dgm:pt modelId="{178367DA-40B5-4221-A515-C7C6314C888E}">
      <dgm:prSet/>
      <dgm:spPr/>
      <dgm:t>
        <a:bodyPr/>
        <a:lstStyle/>
        <a:p>
          <a:r>
            <a:rPr lang="en-US"/>
            <a:t>- Hệ thống: Xác thực người dùng, xử lý giao dịch</a:t>
          </a:r>
        </a:p>
      </dgm:t>
    </dgm:pt>
    <dgm:pt modelId="{DBEB0D56-0DB3-466C-A4EF-E98FAE67349A}" type="parTrans" cxnId="{9D0F93A2-19E7-4387-A8D2-91F6AFC77821}">
      <dgm:prSet/>
      <dgm:spPr/>
      <dgm:t>
        <a:bodyPr/>
        <a:lstStyle/>
        <a:p>
          <a:endParaRPr lang="en-US"/>
        </a:p>
      </dgm:t>
    </dgm:pt>
    <dgm:pt modelId="{D8B1A118-272E-4A5F-B298-EA296BD6F666}" type="sibTrans" cxnId="{9D0F93A2-19E7-4387-A8D2-91F6AFC77821}">
      <dgm:prSet/>
      <dgm:spPr/>
      <dgm:t>
        <a:bodyPr/>
        <a:lstStyle/>
        <a:p>
          <a:endParaRPr lang="en-US"/>
        </a:p>
      </dgm:t>
    </dgm:pt>
    <dgm:pt modelId="{6632F0EB-A90B-4CA4-A4AB-379B26503315}" type="pres">
      <dgm:prSet presAssocID="{369AADC7-4186-4846-BCF9-CFD516B18B3D}" presName="outerComposite" presStyleCnt="0">
        <dgm:presLayoutVars>
          <dgm:chMax val="5"/>
          <dgm:dir/>
          <dgm:resizeHandles val="exact"/>
        </dgm:presLayoutVars>
      </dgm:prSet>
      <dgm:spPr/>
    </dgm:pt>
    <dgm:pt modelId="{7C0EA228-B3B8-48A8-81D3-5C814BFF505B}" type="pres">
      <dgm:prSet presAssocID="{369AADC7-4186-4846-BCF9-CFD516B18B3D}" presName="dummyMaxCanvas" presStyleCnt="0">
        <dgm:presLayoutVars/>
      </dgm:prSet>
      <dgm:spPr/>
    </dgm:pt>
    <dgm:pt modelId="{6A67D55B-8933-4C62-B159-7651CAA04A91}" type="pres">
      <dgm:prSet presAssocID="{369AADC7-4186-4846-BCF9-CFD516B18B3D}" presName="ThreeNodes_1" presStyleLbl="node1" presStyleIdx="0" presStyleCnt="3">
        <dgm:presLayoutVars>
          <dgm:bulletEnabled val="1"/>
        </dgm:presLayoutVars>
      </dgm:prSet>
      <dgm:spPr/>
    </dgm:pt>
    <dgm:pt modelId="{9162C0E1-2390-4699-893E-4E39D374672F}" type="pres">
      <dgm:prSet presAssocID="{369AADC7-4186-4846-BCF9-CFD516B18B3D}" presName="ThreeNodes_2" presStyleLbl="node1" presStyleIdx="1" presStyleCnt="3">
        <dgm:presLayoutVars>
          <dgm:bulletEnabled val="1"/>
        </dgm:presLayoutVars>
      </dgm:prSet>
      <dgm:spPr/>
    </dgm:pt>
    <dgm:pt modelId="{7BC05B85-0D51-4E29-8D14-47E6F276E00E}" type="pres">
      <dgm:prSet presAssocID="{369AADC7-4186-4846-BCF9-CFD516B18B3D}" presName="ThreeNodes_3" presStyleLbl="node1" presStyleIdx="2" presStyleCnt="3">
        <dgm:presLayoutVars>
          <dgm:bulletEnabled val="1"/>
        </dgm:presLayoutVars>
      </dgm:prSet>
      <dgm:spPr/>
    </dgm:pt>
    <dgm:pt modelId="{1611835B-84BA-485F-8810-7E63441C61E9}" type="pres">
      <dgm:prSet presAssocID="{369AADC7-4186-4846-BCF9-CFD516B18B3D}" presName="ThreeConn_1-2" presStyleLbl="fgAccFollowNode1" presStyleIdx="0" presStyleCnt="2">
        <dgm:presLayoutVars>
          <dgm:bulletEnabled val="1"/>
        </dgm:presLayoutVars>
      </dgm:prSet>
      <dgm:spPr/>
    </dgm:pt>
    <dgm:pt modelId="{94E408A9-3E99-4BB8-BB30-897F6CD0554F}" type="pres">
      <dgm:prSet presAssocID="{369AADC7-4186-4846-BCF9-CFD516B18B3D}" presName="ThreeConn_2-3" presStyleLbl="fgAccFollowNode1" presStyleIdx="1" presStyleCnt="2">
        <dgm:presLayoutVars>
          <dgm:bulletEnabled val="1"/>
        </dgm:presLayoutVars>
      </dgm:prSet>
      <dgm:spPr/>
    </dgm:pt>
    <dgm:pt modelId="{9C518014-B92B-43BB-B591-68A891F7C430}" type="pres">
      <dgm:prSet presAssocID="{369AADC7-4186-4846-BCF9-CFD516B18B3D}" presName="ThreeNodes_1_text" presStyleLbl="node1" presStyleIdx="2" presStyleCnt="3">
        <dgm:presLayoutVars>
          <dgm:bulletEnabled val="1"/>
        </dgm:presLayoutVars>
      </dgm:prSet>
      <dgm:spPr/>
    </dgm:pt>
    <dgm:pt modelId="{E41EF59A-DFF4-43C5-A4B1-1C1E18F701E1}" type="pres">
      <dgm:prSet presAssocID="{369AADC7-4186-4846-BCF9-CFD516B18B3D}" presName="ThreeNodes_2_text" presStyleLbl="node1" presStyleIdx="2" presStyleCnt="3">
        <dgm:presLayoutVars>
          <dgm:bulletEnabled val="1"/>
        </dgm:presLayoutVars>
      </dgm:prSet>
      <dgm:spPr/>
    </dgm:pt>
    <dgm:pt modelId="{683E61A8-144E-434D-AE6C-A80866B4A3CF}" type="pres">
      <dgm:prSet presAssocID="{369AADC7-4186-4846-BCF9-CFD516B18B3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0E15E05-0EBE-427E-BE7E-7DC7F3990408}" type="presOf" srcId="{0278B66E-17A7-4300-90CE-188536B0ECAB}" destId="{1611835B-84BA-485F-8810-7E63441C61E9}" srcOrd="0" destOrd="0" presId="urn:microsoft.com/office/officeart/2005/8/layout/vProcess5"/>
    <dgm:cxn modelId="{AB00A206-363B-4E83-A688-EB2E0B3D9D19}" type="presOf" srcId="{178367DA-40B5-4221-A515-C7C6314C888E}" destId="{7BC05B85-0D51-4E29-8D14-47E6F276E00E}" srcOrd="0" destOrd="0" presId="urn:microsoft.com/office/officeart/2005/8/layout/vProcess5"/>
    <dgm:cxn modelId="{AFFBC017-15FB-4E39-9C58-5DB8B76E1E02}" type="presOf" srcId="{23D63D03-B1A3-4747-A4B9-235AABC91A2A}" destId="{9C518014-B92B-43BB-B591-68A891F7C430}" srcOrd="1" destOrd="0" presId="urn:microsoft.com/office/officeart/2005/8/layout/vProcess5"/>
    <dgm:cxn modelId="{52F81B26-3732-4479-8C48-D84BDC49A21A}" type="presOf" srcId="{C581C573-D4D0-4F42-A6D0-D4465713AF41}" destId="{E41EF59A-DFF4-43C5-A4B1-1C1E18F701E1}" srcOrd="1" destOrd="0" presId="urn:microsoft.com/office/officeart/2005/8/layout/vProcess5"/>
    <dgm:cxn modelId="{DF3BD92F-E7F8-40F2-81E6-5128B2CBF819}" type="presOf" srcId="{B2947FAC-E4A0-4B64-84B7-B0D1DB90DCFD}" destId="{94E408A9-3E99-4BB8-BB30-897F6CD0554F}" srcOrd="0" destOrd="0" presId="urn:microsoft.com/office/officeart/2005/8/layout/vProcess5"/>
    <dgm:cxn modelId="{6D964C6C-9774-475C-9D59-C60B610A456D}" srcId="{369AADC7-4186-4846-BCF9-CFD516B18B3D}" destId="{23D63D03-B1A3-4747-A4B9-235AABC91A2A}" srcOrd="0" destOrd="0" parTransId="{8E2567EE-EFEE-41F9-99A9-7E0C020CFD8F}" sibTransId="{0278B66E-17A7-4300-90CE-188536B0ECAB}"/>
    <dgm:cxn modelId="{2B5CFD71-7728-4075-8BBB-147CEABCA4A9}" type="presOf" srcId="{C581C573-D4D0-4F42-A6D0-D4465713AF41}" destId="{9162C0E1-2390-4699-893E-4E39D374672F}" srcOrd="0" destOrd="0" presId="urn:microsoft.com/office/officeart/2005/8/layout/vProcess5"/>
    <dgm:cxn modelId="{DC3D1492-BF29-4300-BE7D-BE11B829201F}" type="presOf" srcId="{178367DA-40B5-4221-A515-C7C6314C888E}" destId="{683E61A8-144E-434D-AE6C-A80866B4A3CF}" srcOrd="1" destOrd="0" presId="urn:microsoft.com/office/officeart/2005/8/layout/vProcess5"/>
    <dgm:cxn modelId="{E5A0D197-244B-43CC-8508-1A69608AAA92}" type="presOf" srcId="{369AADC7-4186-4846-BCF9-CFD516B18B3D}" destId="{6632F0EB-A90B-4CA4-A4AB-379B26503315}" srcOrd="0" destOrd="0" presId="urn:microsoft.com/office/officeart/2005/8/layout/vProcess5"/>
    <dgm:cxn modelId="{9D0F93A2-19E7-4387-A8D2-91F6AFC77821}" srcId="{369AADC7-4186-4846-BCF9-CFD516B18B3D}" destId="{178367DA-40B5-4221-A515-C7C6314C888E}" srcOrd="2" destOrd="0" parTransId="{DBEB0D56-0DB3-466C-A4EF-E98FAE67349A}" sibTransId="{D8B1A118-272E-4A5F-B298-EA296BD6F666}"/>
    <dgm:cxn modelId="{8DC59AD9-2F02-466C-8D4C-CB48C12B87FE}" type="presOf" srcId="{23D63D03-B1A3-4747-A4B9-235AABC91A2A}" destId="{6A67D55B-8933-4C62-B159-7651CAA04A91}" srcOrd="0" destOrd="0" presId="urn:microsoft.com/office/officeart/2005/8/layout/vProcess5"/>
    <dgm:cxn modelId="{B3C6E9F7-C6DE-4FD9-8205-5EA2175E4B32}" srcId="{369AADC7-4186-4846-BCF9-CFD516B18B3D}" destId="{C581C573-D4D0-4F42-A6D0-D4465713AF41}" srcOrd="1" destOrd="0" parTransId="{11EDB164-3722-40BB-AA47-9BEDC7441CE2}" sibTransId="{B2947FAC-E4A0-4B64-84B7-B0D1DB90DCFD}"/>
    <dgm:cxn modelId="{75B70DAC-70F0-4BE3-A28E-1EC80173ED9C}" type="presParOf" srcId="{6632F0EB-A90B-4CA4-A4AB-379B26503315}" destId="{7C0EA228-B3B8-48A8-81D3-5C814BFF505B}" srcOrd="0" destOrd="0" presId="urn:microsoft.com/office/officeart/2005/8/layout/vProcess5"/>
    <dgm:cxn modelId="{776E0837-28D1-45E3-BB67-82B79F4881FE}" type="presParOf" srcId="{6632F0EB-A90B-4CA4-A4AB-379B26503315}" destId="{6A67D55B-8933-4C62-B159-7651CAA04A91}" srcOrd="1" destOrd="0" presId="urn:microsoft.com/office/officeart/2005/8/layout/vProcess5"/>
    <dgm:cxn modelId="{1339D36D-BE4C-4A50-8707-EC7C0CDE8443}" type="presParOf" srcId="{6632F0EB-A90B-4CA4-A4AB-379B26503315}" destId="{9162C0E1-2390-4699-893E-4E39D374672F}" srcOrd="2" destOrd="0" presId="urn:microsoft.com/office/officeart/2005/8/layout/vProcess5"/>
    <dgm:cxn modelId="{078B5B00-B7BC-47F2-AAAF-54C78B1832CD}" type="presParOf" srcId="{6632F0EB-A90B-4CA4-A4AB-379B26503315}" destId="{7BC05B85-0D51-4E29-8D14-47E6F276E00E}" srcOrd="3" destOrd="0" presId="urn:microsoft.com/office/officeart/2005/8/layout/vProcess5"/>
    <dgm:cxn modelId="{75C232D0-F5C3-4191-B59C-D083361B9F16}" type="presParOf" srcId="{6632F0EB-A90B-4CA4-A4AB-379B26503315}" destId="{1611835B-84BA-485F-8810-7E63441C61E9}" srcOrd="4" destOrd="0" presId="urn:microsoft.com/office/officeart/2005/8/layout/vProcess5"/>
    <dgm:cxn modelId="{2E6166EA-20E2-4192-9ADF-E3D0ED0D416C}" type="presParOf" srcId="{6632F0EB-A90B-4CA4-A4AB-379B26503315}" destId="{94E408A9-3E99-4BB8-BB30-897F6CD0554F}" srcOrd="5" destOrd="0" presId="urn:microsoft.com/office/officeart/2005/8/layout/vProcess5"/>
    <dgm:cxn modelId="{615A297D-072F-4EAB-B94C-67928D7D5D6C}" type="presParOf" srcId="{6632F0EB-A90B-4CA4-A4AB-379B26503315}" destId="{9C518014-B92B-43BB-B591-68A891F7C430}" srcOrd="6" destOrd="0" presId="urn:microsoft.com/office/officeart/2005/8/layout/vProcess5"/>
    <dgm:cxn modelId="{58EC5846-9A24-4E56-8BA3-16212628B8E0}" type="presParOf" srcId="{6632F0EB-A90B-4CA4-A4AB-379B26503315}" destId="{E41EF59A-DFF4-43C5-A4B1-1C1E18F701E1}" srcOrd="7" destOrd="0" presId="urn:microsoft.com/office/officeart/2005/8/layout/vProcess5"/>
    <dgm:cxn modelId="{0121B995-7DF9-4ADB-9FF4-C9EE6178FD66}" type="presParOf" srcId="{6632F0EB-A90B-4CA4-A4AB-379B26503315}" destId="{683E61A8-144E-434D-AE6C-A80866B4A3C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C32B66-37DB-40CA-B978-0BD6D980CB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F5B09E3-2A53-4260-B3D2-DCF5DADC6712}">
      <dgm:prSet/>
      <dgm:spPr/>
      <dgm:t>
        <a:bodyPr/>
        <a:lstStyle/>
        <a:p>
          <a:r>
            <a:rPr lang="en-US"/>
            <a:t>- Bảng chính: TUYEN_XE, LICH_TRINH, VE_XE, NGUOI_DUNG, GIAO_DICH</a:t>
          </a:r>
        </a:p>
      </dgm:t>
    </dgm:pt>
    <dgm:pt modelId="{FC497290-426A-4383-B3E9-62EA83FC2AD2}" type="parTrans" cxnId="{47700078-A0B9-4BDC-BF67-1EE309338F60}">
      <dgm:prSet/>
      <dgm:spPr/>
      <dgm:t>
        <a:bodyPr/>
        <a:lstStyle/>
        <a:p>
          <a:endParaRPr lang="en-US"/>
        </a:p>
      </dgm:t>
    </dgm:pt>
    <dgm:pt modelId="{F079F0BB-0558-4959-9F19-CF02792C71B5}" type="sibTrans" cxnId="{47700078-A0B9-4BDC-BF67-1EE309338F60}">
      <dgm:prSet/>
      <dgm:spPr/>
      <dgm:t>
        <a:bodyPr/>
        <a:lstStyle/>
        <a:p>
          <a:endParaRPr lang="en-US"/>
        </a:p>
      </dgm:t>
    </dgm:pt>
    <dgm:pt modelId="{081E3430-E99D-46A2-9D56-D57A270ADB69}">
      <dgm:prSet/>
      <dgm:spPr/>
      <dgm:t>
        <a:bodyPr/>
        <a:lstStyle/>
        <a:p>
          <a:r>
            <a:rPr lang="en-US"/>
            <a:t>- Bảng phụ: LOAI_THANH_TOAN, TRANG_THAI_VE, QUYEN_NGUOI_DUNG</a:t>
          </a:r>
        </a:p>
      </dgm:t>
    </dgm:pt>
    <dgm:pt modelId="{799EBE6D-342B-4A40-8B10-91CA9AFE8E63}" type="parTrans" cxnId="{152D44FD-47C0-469D-8F15-C2BEEA035D4F}">
      <dgm:prSet/>
      <dgm:spPr/>
      <dgm:t>
        <a:bodyPr/>
        <a:lstStyle/>
        <a:p>
          <a:endParaRPr lang="en-US"/>
        </a:p>
      </dgm:t>
    </dgm:pt>
    <dgm:pt modelId="{C517657B-FE88-4C18-A9A6-C394A46E85DC}" type="sibTrans" cxnId="{152D44FD-47C0-469D-8F15-C2BEEA035D4F}">
      <dgm:prSet/>
      <dgm:spPr/>
      <dgm:t>
        <a:bodyPr/>
        <a:lstStyle/>
        <a:p>
          <a:endParaRPr lang="en-US"/>
        </a:p>
      </dgm:t>
    </dgm:pt>
    <dgm:pt modelId="{F7B5CAEC-9DE8-4F38-A92E-E0040EF1651B}" type="pres">
      <dgm:prSet presAssocID="{CAC32B66-37DB-40CA-B978-0BD6D980CBCD}" presName="root" presStyleCnt="0">
        <dgm:presLayoutVars>
          <dgm:dir/>
          <dgm:resizeHandles val="exact"/>
        </dgm:presLayoutVars>
      </dgm:prSet>
      <dgm:spPr/>
    </dgm:pt>
    <dgm:pt modelId="{293C75D0-7C5C-44E0-865F-B7D9206C58E4}" type="pres">
      <dgm:prSet presAssocID="{FF5B09E3-2A53-4260-B3D2-DCF5DADC6712}" presName="compNode" presStyleCnt="0"/>
      <dgm:spPr/>
    </dgm:pt>
    <dgm:pt modelId="{AD2D864B-9BC3-45DD-8D46-4C11D81A5D6C}" type="pres">
      <dgm:prSet presAssocID="{FF5B09E3-2A53-4260-B3D2-DCF5DADC6712}" presName="bgRect" presStyleLbl="bgShp" presStyleIdx="0" presStyleCnt="2"/>
      <dgm:spPr/>
    </dgm:pt>
    <dgm:pt modelId="{DBE98B5A-14F4-436E-93FF-26888430264C}" type="pres">
      <dgm:prSet presAssocID="{FF5B09E3-2A53-4260-B3D2-DCF5DADC671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3A68E569-8A95-4836-AEAB-5151BF9B3B40}" type="pres">
      <dgm:prSet presAssocID="{FF5B09E3-2A53-4260-B3D2-DCF5DADC6712}" presName="spaceRect" presStyleCnt="0"/>
      <dgm:spPr/>
    </dgm:pt>
    <dgm:pt modelId="{F635DAB5-87C5-454C-8E61-3FD373D9BEC5}" type="pres">
      <dgm:prSet presAssocID="{FF5B09E3-2A53-4260-B3D2-DCF5DADC6712}" presName="parTx" presStyleLbl="revTx" presStyleIdx="0" presStyleCnt="2">
        <dgm:presLayoutVars>
          <dgm:chMax val="0"/>
          <dgm:chPref val="0"/>
        </dgm:presLayoutVars>
      </dgm:prSet>
      <dgm:spPr/>
    </dgm:pt>
    <dgm:pt modelId="{98D19FD4-3EE3-4392-9EC7-4FCDFCA88D97}" type="pres">
      <dgm:prSet presAssocID="{F079F0BB-0558-4959-9F19-CF02792C71B5}" presName="sibTrans" presStyleCnt="0"/>
      <dgm:spPr/>
    </dgm:pt>
    <dgm:pt modelId="{95725C45-7E09-4B56-864B-CA2485C12869}" type="pres">
      <dgm:prSet presAssocID="{081E3430-E99D-46A2-9D56-D57A270ADB69}" presName="compNode" presStyleCnt="0"/>
      <dgm:spPr/>
    </dgm:pt>
    <dgm:pt modelId="{252931FC-25C3-424F-8C67-695979D38BD8}" type="pres">
      <dgm:prSet presAssocID="{081E3430-E99D-46A2-9D56-D57A270ADB69}" presName="bgRect" presStyleLbl="bgShp" presStyleIdx="1" presStyleCnt="2"/>
      <dgm:spPr/>
    </dgm:pt>
    <dgm:pt modelId="{D0200D24-D1D4-484E-BD8D-6016838721DD}" type="pres">
      <dgm:prSet presAssocID="{081E3430-E99D-46A2-9D56-D57A270ADB6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3BF09A47-1F62-433E-A71D-1642DC55F2D5}" type="pres">
      <dgm:prSet presAssocID="{081E3430-E99D-46A2-9D56-D57A270ADB69}" presName="spaceRect" presStyleCnt="0"/>
      <dgm:spPr/>
    </dgm:pt>
    <dgm:pt modelId="{7C8747AC-74B8-47B6-A837-9D1D089C50F9}" type="pres">
      <dgm:prSet presAssocID="{081E3430-E99D-46A2-9D56-D57A270ADB6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48E4202-D717-4E67-87CC-521526C7E026}" type="presOf" srcId="{CAC32B66-37DB-40CA-B978-0BD6D980CBCD}" destId="{F7B5CAEC-9DE8-4F38-A92E-E0040EF1651B}" srcOrd="0" destOrd="0" presId="urn:microsoft.com/office/officeart/2018/2/layout/IconVerticalSolidList"/>
    <dgm:cxn modelId="{F6015830-1D72-485B-B791-35DE38522E70}" type="presOf" srcId="{FF5B09E3-2A53-4260-B3D2-DCF5DADC6712}" destId="{F635DAB5-87C5-454C-8E61-3FD373D9BEC5}" srcOrd="0" destOrd="0" presId="urn:microsoft.com/office/officeart/2018/2/layout/IconVerticalSolidList"/>
    <dgm:cxn modelId="{47700078-A0B9-4BDC-BF67-1EE309338F60}" srcId="{CAC32B66-37DB-40CA-B978-0BD6D980CBCD}" destId="{FF5B09E3-2A53-4260-B3D2-DCF5DADC6712}" srcOrd="0" destOrd="0" parTransId="{FC497290-426A-4383-B3E9-62EA83FC2AD2}" sibTransId="{F079F0BB-0558-4959-9F19-CF02792C71B5}"/>
    <dgm:cxn modelId="{BDA83B85-7197-4C31-9960-84FFB59FDF49}" type="presOf" srcId="{081E3430-E99D-46A2-9D56-D57A270ADB69}" destId="{7C8747AC-74B8-47B6-A837-9D1D089C50F9}" srcOrd="0" destOrd="0" presId="urn:microsoft.com/office/officeart/2018/2/layout/IconVerticalSolidList"/>
    <dgm:cxn modelId="{152D44FD-47C0-469D-8F15-C2BEEA035D4F}" srcId="{CAC32B66-37DB-40CA-B978-0BD6D980CBCD}" destId="{081E3430-E99D-46A2-9D56-D57A270ADB69}" srcOrd="1" destOrd="0" parTransId="{799EBE6D-342B-4A40-8B10-91CA9AFE8E63}" sibTransId="{C517657B-FE88-4C18-A9A6-C394A46E85DC}"/>
    <dgm:cxn modelId="{C6EBAD3D-DFEC-4E93-BFAA-9122F42A9391}" type="presParOf" srcId="{F7B5CAEC-9DE8-4F38-A92E-E0040EF1651B}" destId="{293C75D0-7C5C-44E0-865F-B7D9206C58E4}" srcOrd="0" destOrd="0" presId="urn:microsoft.com/office/officeart/2018/2/layout/IconVerticalSolidList"/>
    <dgm:cxn modelId="{EA324790-B427-499C-8063-07511F999301}" type="presParOf" srcId="{293C75D0-7C5C-44E0-865F-B7D9206C58E4}" destId="{AD2D864B-9BC3-45DD-8D46-4C11D81A5D6C}" srcOrd="0" destOrd="0" presId="urn:microsoft.com/office/officeart/2018/2/layout/IconVerticalSolidList"/>
    <dgm:cxn modelId="{4CECE75B-22DE-4FAC-BFE6-7EC3EA640167}" type="presParOf" srcId="{293C75D0-7C5C-44E0-865F-B7D9206C58E4}" destId="{DBE98B5A-14F4-436E-93FF-26888430264C}" srcOrd="1" destOrd="0" presId="urn:microsoft.com/office/officeart/2018/2/layout/IconVerticalSolidList"/>
    <dgm:cxn modelId="{6BD5C4D3-079F-48BA-ABCC-0E55E1F8853A}" type="presParOf" srcId="{293C75D0-7C5C-44E0-865F-B7D9206C58E4}" destId="{3A68E569-8A95-4836-AEAB-5151BF9B3B40}" srcOrd="2" destOrd="0" presId="urn:microsoft.com/office/officeart/2018/2/layout/IconVerticalSolidList"/>
    <dgm:cxn modelId="{41C1E4FC-380C-4D0D-AE9B-7C88D51906E7}" type="presParOf" srcId="{293C75D0-7C5C-44E0-865F-B7D9206C58E4}" destId="{F635DAB5-87C5-454C-8E61-3FD373D9BEC5}" srcOrd="3" destOrd="0" presId="urn:microsoft.com/office/officeart/2018/2/layout/IconVerticalSolidList"/>
    <dgm:cxn modelId="{3B216265-F1B5-4EA7-82D8-F6435D421A60}" type="presParOf" srcId="{F7B5CAEC-9DE8-4F38-A92E-E0040EF1651B}" destId="{98D19FD4-3EE3-4392-9EC7-4FCDFCA88D97}" srcOrd="1" destOrd="0" presId="urn:microsoft.com/office/officeart/2018/2/layout/IconVerticalSolidList"/>
    <dgm:cxn modelId="{34608923-4CA9-4C47-9F70-EF74F63248A6}" type="presParOf" srcId="{F7B5CAEC-9DE8-4F38-A92E-E0040EF1651B}" destId="{95725C45-7E09-4B56-864B-CA2485C12869}" srcOrd="2" destOrd="0" presId="urn:microsoft.com/office/officeart/2018/2/layout/IconVerticalSolidList"/>
    <dgm:cxn modelId="{6B7B258B-9B01-4CFC-81DE-8C3D9A908FA5}" type="presParOf" srcId="{95725C45-7E09-4B56-864B-CA2485C12869}" destId="{252931FC-25C3-424F-8C67-695979D38BD8}" srcOrd="0" destOrd="0" presId="urn:microsoft.com/office/officeart/2018/2/layout/IconVerticalSolidList"/>
    <dgm:cxn modelId="{360B600D-E1F5-4F48-928D-A26BB1C05327}" type="presParOf" srcId="{95725C45-7E09-4B56-864B-CA2485C12869}" destId="{D0200D24-D1D4-484E-BD8D-6016838721DD}" srcOrd="1" destOrd="0" presId="urn:microsoft.com/office/officeart/2018/2/layout/IconVerticalSolidList"/>
    <dgm:cxn modelId="{58D31052-5864-4545-9E17-69CE6AEAFA04}" type="presParOf" srcId="{95725C45-7E09-4B56-864B-CA2485C12869}" destId="{3BF09A47-1F62-433E-A71D-1642DC55F2D5}" srcOrd="2" destOrd="0" presId="urn:microsoft.com/office/officeart/2018/2/layout/IconVerticalSolidList"/>
    <dgm:cxn modelId="{3616D3D7-F0B4-4BB0-B7F3-1370A5C72336}" type="presParOf" srcId="{95725C45-7E09-4B56-864B-CA2485C12869}" destId="{7C8747AC-74B8-47B6-A837-9D1D089C50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7D55B-8933-4C62-B159-7651CAA04A91}">
      <dsp:nvSpPr>
        <dsp:cNvPr id="0" name=""/>
        <dsp:cNvSpPr/>
      </dsp:nvSpPr>
      <dsp:spPr>
        <a:xfrm>
          <a:off x="0" y="0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Quản trị viên: Quản lý tuyến, lịch trình, người dùng</a:t>
          </a:r>
        </a:p>
      </dsp:txBody>
      <dsp:txXfrm>
        <a:off x="35968" y="35968"/>
        <a:ext cx="4806404" cy="1156108"/>
      </dsp:txXfrm>
    </dsp:sp>
    <dsp:sp modelId="{9162C0E1-2390-4699-893E-4E39D374672F}">
      <dsp:nvSpPr>
        <dsp:cNvPr id="0" name=""/>
        <dsp:cNvSpPr/>
      </dsp:nvSpPr>
      <dsp:spPr>
        <a:xfrm>
          <a:off x="541019" y="1432718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Khách hàng: Đặt vé, hủy vé, thanh toán</a:t>
          </a:r>
        </a:p>
      </dsp:txBody>
      <dsp:txXfrm>
        <a:off x="576987" y="1468686"/>
        <a:ext cx="4720375" cy="1156108"/>
      </dsp:txXfrm>
    </dsp:sp>
    <dsp:sp modelId="{7BC05B85-0D51-4E29-8D14-47E6F276E00E}">
      <dsp:nvSpPr>
        <dsp:cNvPr id="0" name=""/>
        <dsp:cNvSpPr/>
      </dsp:nvSpPr>
      <dsp:spPr>
        <a:xfrm>
          <a:off x="1082039" y="2865437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Hệ thống: Xác thực người dùng, xử lý giao dịch</a:t>
          </a:r>
        </a:p>
      </dsp:txBody>
      <dsp:txXfrm>
        <a:off x="1118007" y="2901405"/>
        <a:ext cx="4720375" cy="1156108"/>
      </dsp:txXfrm>
    </dsp:sp>
    <dsp:sp modelId="{1611835B-84BA-485F-8810-7E63441C61E9}">
      <dsp:nvSpPr>
        <dsp:cNvPr id="0" name=""/>
        <dsp:cNvSpPr/>
      </dsp:nvSpPr>
      <dsp:spPr>
        <a:xfrm>
          <a:off x="5333331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512932" y="931267"/>
        <a:ext cx="439026" cy="600667"/>
      </dsp:txXfrm>
    </dsp:sp>
    <dsp:sp modelId="{94E408A9-3E99-4BB8-BB30-897F6CD0554F}">
      <dsp:nvSpPr>
        <dsp:cNvPr id="0" name=""/>
        <dsp:cNvSpPr/>
      </dsp:nvSpPr>
      <dsp:spPr>
        <a:xfrm>
          <a:off x="5874351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053952" y="2355798"/>
        <a:ext cx="439026" cy="6006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D864B-9BC3-45DD-8D46-4C11D81A5D6C}">
      <dsp:nvSpPr>
        <dsp:cNvPr id="0" name=""/>
        <dsp:cNvSpPr/>
      </dsp:nvSpPr>
      <dsp:spPr>
        <a:xfrm>
          <a:off x="0" y="665190"/>
          <a:ext cx="7213600" cy="12280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98B5A-14F4-436E-93FF-26888430264C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5DAB5-87C5-454C-8E61-3FD373D9BEC5}">
      <dsp:nvSpPr>
        <dsp:cNvPr id="0" name=""/>
        <dsp:cNvSpPr/>
      </dsp:nvSpPr>
      <dsp:spPr>
        <a:xfrm>
          <a:off x="1418391" y="665190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Bảng chính: TUYEN_XE, LICH_TRINH, VE_XE, NGUOI_DUNG, GIAO_DICH</a:t>
          </a:r>
        </a:p>
      </dsp:txBody>
      <dsp:txXfrm>
        <a:off x="1418391" y="665190"/>
        <a:ext cx="5795208" cy="1228044"/>
      </dsp:txXfrm>
    </dsp:sp>
    <dsp:sp modelId="{252931FC-25C3-424F-8C67-695979D38BD8}">
      <dsp:nvSpPr>
        <dsp:cNvPr id="0" name=""/>
        <dsp:cNvSpPr/>
      </dsp:nvSpPr>
      <dsp:spPr>
        <a:xfrm>
          <a:off x="0" y="2200246"/>
          <a:ext cx="7213600" cy="12280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200D24-D1D4-484E-BD8D-6016838721DD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747AC-74B8-47B6-A837-9D1D089C50F9}">
      <dsp:nvSpPr>
        <dsp:cNvPr id="0" name=""/>
        <dsp:cNvSpPr/>
      </dsp:nvSpPr>
      <dsp:spPr>
        <a:xfrm>
          <a:off x="1418391" y="2200246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Bảng phụ: LOAI_THANH_TOAN, TRANG_THAI_VE, QUYEN_NGUOI_DUNG</a:t>
          </a:r>
        </a:p>
      </dsp:txBody>
      <dsp:txXfrm>
        <a:off x="1418391" y="2200246"/>
        <a:ext cx="5795208" cy="1228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8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30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7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2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9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14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1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53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59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9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2315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7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402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32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96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0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0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6225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0381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4073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05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215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8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36715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2215" y="-8467"/>
            <a:ext cx="6881785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14352" y="1020871"/>
            <a:ext cx="5220569" cy="2849671"/>
          </a:xfrm>
        </p:spPr>
        <p:txBody>
          <a:bodyPr>
            <a:normAutofit/>
          </a:bodyPr>
          <a:lstStyle/>
          <a:p>
            <a:pPr algn="l"/>
            <a:r>
              <a:rPr lang="en-US" sz="5200">
                <a:solidFill>
                  <a:srgbClr val="FFFFFF"/>
                </a:solidFill>
              </a:rPr>
              <a:t>Website Quản lý Đặt Vé Xe Bus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11078" y="3962088"/>
            <a:ext cx="4584057" cy="1186108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>
                    <a:alpha val="70000"/>
                  </a:srgbClr>
                </a:solidFill>
              </a:rPr>
              <a:t>Môn học: Công nghệ Phần mềm</a:t>
            </a:r>
          </a:p>
          <a:p>
            <a:pPr algn="l"/>
            <a:r>
              <a:rPr lang="en-US">
                <a:solidFill>
                  <a:srgbClr val="FFFFFF">
                    <a:alpha val="70000"/>
                  </a:srgbClr>
                </a:solidFill>
              </a:rPr>
              <a:t>Nhóm: Hoàng Nghĩa Minh Bảo, Nguyễn Minh Long, Lý Thị Minh Tâm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19339" y="3294792"/>
            <a:ext cx="220660" cy="13982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Mục tiêu và Công nghệ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/>
          </a:bodyPr>
          <a:lstStyle/>
          <a:p>
            <a:r>
              <a:t>Mục tiêu:</a:t>
            </a:r>
          </a:p>
          <a:p>
            <a:r>
              <a:t>- Số hóa quy trình đặt vé xe khách</a:t>
            </a:r>
          </a:p>
          <a:p>
            <a:r>
              <a:t>- Hạn chế nhầm lẫn và tối ưu vận hành</a:t>
            </a:r>
          </a:p>
          <a:p>
            <a:endParaRPr/>
          </a:p>
          <a:p>
            <a:r>
              <a:t>Công nghệ sử dụng:</a:t>
            </a:r>
          </a:p>
          <a:p>
            <a:r>
              <a:t>- Backend: PHP (XAMPP)</a:t>
            </a:r>
          </a:p>
          <a:p>
            <a:r>
              <a:t>- Cơ sở dữ liệu: SQL Server Express</a:t>
            </a:r>
          </a:p>
          <a:p>
            <a:r>
              <a:t>- Frontend: HTML/CSS/JS</a:t>
            </a:r>
          </a:p>
          <a:p>
            <a:r>
              <a:t>- Công cụ: VS Code, Draw.io, Word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Khảo sát Hiện trạng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- Đặt vé hiện tại: Thủ công, gọi điện</a:t>
            </a:r>
          </a:p>
          <a:p>
            <a:r>
              <a:rPr lang="en-US">
                <a:solidFill>
                  <a:srgbClr val="FFFFFF"/>
                </a:solidFill>
              </a:rPr>
              <a:t>- Vấn đề: Dễ trùng vé, mất thời gian, khó quản lý</a:t>
            </a:r>
          </a:p>
          <a:p>
            <a:r>
              <a:rPr lang="en-US">
                <a:solidFill>
                  <a:srgbClr val="FFFFFF"/>
                </a:solidFill>
              </a:rPr>
              <a:t>- Mong muốn: Đặt vé trực tuyến, tích hợp thanh toán, hoàn tiền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t>Yêu cầu Chức năng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r>
              <a:t>YC01: Quản lý tuyến xe - NV</a:t>
            </a:r>
          </a:p>
          <a:p>
            <a:r>
              <a:t>YC02: Quản lý lịch trình - NV</a:t>
            </a:r>
          </a:p>
          <a:p>
            <a:r>
              <a:t>YC03: Đặt vé trực tuyến - CN</a:t>
            </a:r>
          </a:p>
          <a:p>
            <a:r>
              <a:t>YC04: Hủy vé - CN</a:t>
            </a:r>
          </a:p>
          <a:p>
            <a:r>
              <a:t>YC05: Quản lý người dùng - CN</a:t>
            </a:r>
          </a:p>
          <a:p>
            <a:r>
              <a:t>YC06: Thanh toán &amp; hoàn tiền - CN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Mô hình Use Case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EF12B6-5D09-59F8-C6B8-82D794DC76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552428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Thiết kế Cơ sở Dữ liệu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C31BCC-D582-D03B-AD63-4C9B709DF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205291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253067"/>
            <a:ext cx="4616450" cy="4351866"/>
          </a:xfrm>
        </p:spPr>
        <p:txBody>
          <a:bodyPr anchor="ctr">
            <a:normAutofit/>
          </a:bodyPr>
          <a:lstStyle/>
          <a:p>
            <a:r>
              <a:t>- Dashboard chính</a:t>
            </a:r>
          </a:p>
          <a:p>
            <a:r>
              <a:t>- Quản lý tuyến xe</a:t>
            </a:r>
          </a:p>
          <a:p>
            <a:r>
              <a:t>- Quản lý lịch trình</a:t>
            </a:r>
          </a:p>
          <a:p>
            <a:r>
              <a:t>- Đặt vé, hủy vé</a:t>
            </a:r>
          </a:p>
          <a:p>
            <a:r>
              <a:t>- Quản lý người dùng</a:t>
            </a:r>
          </a:p>
          <a:p>
            <a:r>
              <a:t>- Giao diện thanh toán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0"/>
            <a:ext cx="3493008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942659" y="0"/>
            <a:ext cx="794940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91200" y="3721395"/>
            <a:ext cx="325917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2243" y="1253067"/>
            <a:ext cx="2528807" cy="435186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Giao diện Hệ thống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253067"/>
            <a:ext cx="4616450" cy="4351866"/>
          </a:xfrm>
        </p:spPr>
        <p:txBody>
          <a:bodyPr anchor="ctr">
            <a:normAutofit/>
          </a:bodyPr>
          <a:lstStyle/>
          <a:p>
            <a:r>
              <a:t>ThemTuyenXe() - Thêm tuyến mới</a:t>
            </a:r>
          </a:p>
          <a:p>
            <a:r>
              <a:t>GhiLichTrinh() - Gán giờ chạy, xe, tài xế</a:t>
            </a:r>
          </a:p>
          <a:p>
            <a:r>
              <a:t>DatVe() - Đặt vé, kiểm tra trùng ghế</a:t>
            </a:r>
          </a:p>
          <a:p>
            <a:r>
              <a:t>HuyVe() - Hủy vé có điều kiện</a:t>
            </a:r>
          </a:p>
          <a:p>
            <a:r>
              <a:t>DangKyNguoiDung() - Đăng ký người dùng</a:t>
            </a:r>
          </a:p>
          <a:p>
            <a:r>
              <a:t>ThanhToan() - Thanh toán qua ví điện tử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0"/>
            <a:ext cx="3493008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942659" y="0"/>
            <a:ext cx="794940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91200" y="3721395"/>
            <a:ext cx="325917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2243" y="1253067"/>
            <a:ext cx="2528807" cy="435186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Xử lý Chức năng Chính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t>Mô hình 3 Tầng (PHP)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r>
              <a:t>- Presentation: Giao diện book_ticket.php</a:t>
            </a:r>
          </a:p>
          <a:p>
            <a:r>
              <a:t>- Business: TicketService.php</a:t>
            </a:r>
          </a:p>
          <a:p>
            <a:r>
              <a:t>- Access: TicketRepository.php</a:t>
            </a:r>
          </a:p>
          <a:p>
            <a:r>
              <a:t>→ Tách biệt rõ ràng giúp dễ mở rộng và bảo trì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t>Kết luận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r>
              <a:t>- Website đáp ứng yêu cầu đặt vé</a:t>
            </a:r>
          </a:p>
          <a:p>
            <a:r>
              <a:t>- Áp dụng mô hình Prototype</a:t>
            </a:r>
          </a:p>
          <a:p>
            <a:r>
              <a:t>- Quy trình bài bản: khảo sát → thiết kế → triển khai</a:t>
            </a:r>
          </a:p>
          <a:p>
            <a:r>
              <a:t>- Rèn luyện kỹ năng phân tích, lập trình, teamwork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459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Website Quản lý Đặt Vé Xe Bus</vt:lpstr>
      <vt:lpstr>Mục tiêu và Công nghệ</vt:lpstr>
      <vt:lpstr>Khảo sát Hiện trạng</vt:lpstr>
      <vt:lpstr>Yêu cầu Chức năng</vt:lpstr>
      <vt:lpstr>Mô hình Use Case</vt:lpstr>
      <vt:lpstr>Thiết kế Cơ sở Dữ liệu</vt:lpstr>
      <vt:lpstr>Giao diện Hệ thống</vt:lpstr>
      <vt:lpstr>Xử lý Chức năng Chính</vt:lpstr>
      <vt:lpstr>Mô hình 3 Tầng (PHP)</vt:lpstr>
      <vt:lpstr>Kết luận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Hoang Bao</dc:creator>
  <cp:keywords/>
  <dc:description>generated using python-pptx</dc:description>
  <cp:lastModifiedBy>Hoang Bao</cp:lastModifiedBy>
  <cp:revision>2</cp:revision>
  <dcterms:created xsi:type="dcterms:W3CDTF">2013-01-27T09:14:16Z</dcterms:created>
  <dcterms:modified xsi:type="dcterms:W3CDTF">2025-06-25T03:00:52Z</dcterms:modified>
  <cp:category/>
</cp:coreProperties>
</file>